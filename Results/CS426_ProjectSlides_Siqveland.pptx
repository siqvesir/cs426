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58" r:id="rId3"/>
    <p:sldId id="257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B393B8-FCCA-6562-219F-B80DE129DDB9}" v="476" dt="2026-04-21T02:47:44.645"/>
    <p1510:client id="{D97A6FEF-71C3-4AE3-FE35-D11FE33AD10B}" v="43" dt="2026-04-21T13:32:06.8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83E7F-1272-D323-74D1-ABB47791BD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Steganography: Tool Comparison &amp; Automation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F4EA24-970E-93E5-B67A-607C854A34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By Siri </a:t>
            </a:r>
            <a:r>
              <a:rPr lang="en-US" dirty="0" err="1"/>
              <a:t>Siqveland</a:t>
            </a:r>
          </a:p>
        </p:txBody>
      </p:sp>
    </p:spTree>
    <p:extLst>
      <p:ext uri="{BB962C8B-B14F-4D97-AF65-F5344CB8AC3E}">
        <p14:creationId xmlns:p14="http://schemas.microsoft.com/office/powerpoint/2010/main" val="3186766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4DB08-3AB6-8246-461F-4B7B29446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9" y="2710"/>
            <a:ext cx="10515600" cy="1325563"/>
          </a:xfrm>
        </p:spPr>
        <p:txBody>
          <a:bodyPr/>
          <a:lstStyle/>
          <a:p>
            <a:r>
              <a:rPr lang="en-US"/>
              <a:t>Context:</a:t>
            </a:r>
          </a:p>
        </p:txBody>
      </p:sp>
      <p:pic>
        <p:nvPicPr>
          <p:cNvPr id="4" name="Content Placeholder 3" descr="A diagram of a process&#10;&#10;AI-generated content may be incorrect.">
            <a:extLst>
              <a:ext uri="{FF2B5EF4-FFF2-40B4-BE49-F238E27FC236}">
                <a16:creationId xmlns:a16="http://schemas.microsoft.com/office/drawing/2014/main" id="{691D718A-C023-C938-1D15-A87F482656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5225" y="4702"/>
            <a:ext cx="7447409" cy="6875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575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EC343-202E-AC75-843C-6C2D54C60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3" y="5691"/>
            <a:ext cx="10515600" cy="1325563"/>
          </a:xfrm>
        </p:spPr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2E92D-6740-1606-0916-58A5B3AD0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9248"/>
            <a:ext cx="10515600" cy="5386507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sz="3200" b="1"/>
              <a:t>Learned: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 dirty="0" err="1"/>
              <a:t>OpenStego</a:t>
            </a:r>
            <a:r>
              <a:rPr lang="en-US" sz="2800" dirty="0"/>
              <a:t> Decrypt only works if </a:t>
            </a:r>
            <a:r>
              <a:rPr lang="en-US" sz="2800" dirty="0" err="1"/>
              <a:t>OpenStego</a:t>
            </a:r>
            <a:r>
              <a:rPr lang="en-US" sz="2800" dirty="0"/>
              <a:t> Encrypted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 dirty="0" err="1"/>
              <a:t>ExifTool</a:t>
            </a:r>
            <a:r>
              <a:rPr lang="en-US" sz="2800" dirty="0"/>
              <a:t> finnicky when working with </a:t>
            </a:r>
            <a:r>
              <a:rPr lang="en-US" sz="2800" dirty="0" err="1"/>
              <a:t>cmd</a:t>
            </a:r>
            <a:r>
              <a:rPr lang="en-US" sz="2800" dirty="0"/>
              <a:t> line, prone to false positives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 dirty="0" err="1"/>
              <a:t>Zsteg</a:t>
            </a:r>
            <a:r>
              <a:rPr lang="en-US" sz="2800" dirty="0"/>
              <a:t> marks PNG as hidden </a:t>
            </a:r>
            <a:r>
              <a:rPr lang="en-US" sz="2800" dirty="0" err="1"/>
              <a:t>steg</a:t>
            </a:r>
            <a:r>
              <a:rPr lang="en-US" sz="2800" dirty="0"/>
              <a:t> 100% of the time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/>
              <a:t>Even with professional tools, steganography can be difficult</a:t>
            </a:r>
            <a:endParaRPr lang="en-US" sz="28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 dirty="0"/>
              <a:t>Automation works well for identifying </a:t>
            </a:r>
            <a:r>
              <a:rPr lang="en-US" sz="2800" dirty="0" err="1"/>
              <a:t>steg</a:t>
            </a:r>
            <a:r>
              <a:rPr lang="en-US" sz="2800" dirty="0"/>
              <a:t>, but not extracting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2400" dirty="0"/>
              <a:t>Would be a separate task to successfully extract hidden data in its original </a:t>
            </a:r>
            <a:r>
              <a:rPr lang="en-US" sz="2400"/>
              <a:t>format</a:t>
            </a:r>
            <a:endParaRPr lang="en-US" sz="2400" dirty="0"/>
          </a:p>
          <a:p>
            <a:r>
              <a:rPr lang="en-US" sz="3200" b="1"/>
              <a:t>Improvements if Re-Done: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 dirty="0"/>
              <a:t>Swap </a:t>
            </a:r>
            <a:r>
              <a:rPr lang="en-US" sz="2800" dirty="0" err="1"/>
              <a:t>ExifTool</a:t>
            </a:r>
            <a:r>
              <a:rPr lang="en-US" sz="2800" dirty="0"/>
              <a:t> for another </a:t>
            </a:r>
            <a:r>
              <a:rPr lang="en-US" sz="2800" dirty="0" err="1"/>
              <a:t>stego</a:t>
            </a:r>
            <a:r>
              <a:rPr lang="en-US" sz="2800" dirty="0"/>
              <a:t> tool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 dirty="0"/>
              <a:t>Use more </a:t>
            </a:r>
            <a:r>
              <a:rPr lang="en-US" sz="2800"/>
              <a:t>images, specifically PNG</a:t>
            </a:r>
            <a:r>
              <a:rPr lang="en-US" sz="2800" dirty="0"/>
              <a:t> (many false positives)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 dirty="0"/>
              <a:t>Encrypt one part of the dataset with </a:t>
            </a:r>
            <a:r>
              <a:rPr lang="en-US" sz="2800" dirty="0" err="1"/>
              <a:t>OpenStego</a:t>
            </a:r>
            <a:r>
              <a:rPr lang="en-US" sz="2800"/>
              <a:t> for a better </a:t>
            </a:r>
            <a:r>
              <a:rPr lang="en-US" sz="2800" dirty="0" err="1"/>
              <a:t>OpenStego</a:t>
            </a:r>
            <a:r>
              <a:rPr lang="en-US" sz="2800" dirty="0"/>
              <a:t> test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/>
              <a:t>Improve code complexity (try and reduce execution time)</a:t>
            </a:r>
            <a:endParaRPr lang="en-US" sz="2800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3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73D4C-4695-AF0C-A0C8-651172D583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Questions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EA9E8E-84B4-5D2A-EF55-87EB91344A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450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Steganography: Tool Comparison &amp; Automation</vt:lpstr>
      <vt:lpstr>Context:</vt:lpstr>
      <vt:lpstr>Conclusion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112</cp:revision>
  <dcterms:created xsi:type="dcterms:W3CDTF">2026-04-21T00:53:03Z</dcterms:created>
  <dcterms:modified xsi:type="dcterms:W3CDTF">2026-04-25T22:59:05Z</dcterms:modified>
</cp:coreProperties>
</file>